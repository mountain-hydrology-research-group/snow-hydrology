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>
        <p:scale>
          <a:sx n="191" d="100"/>
          <a:sy n="191" d="100"/>
        </p:scale>
        <p:origin x="120" y="-1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EEFD-0C11-6703-7B04-DA43BE7BB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EC536-EE2B-231E-C348-85B442CEE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93D25-BDC7-C175-0150-CBA06982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86600-099F-0323-4FDA-493509CB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287CD-1BBA-F4E1-90DE-6F529DFC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67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F031-4EFA-F7AD-94E1-10F68415A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617C9-7A76-EE58-FAD2-FB5C79701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4A011-BD1F-C18E-D125-54F8A777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9C486-49EB-A3EE-E3C4-4F52AC7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4E22A-9AF4-DD89-5489-5C91DB70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89109-DF7F-D647-70FC-DDEB392D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936F3-F8C0-01A0-B9FD-92BEA02D2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82D8-B0E6-A5AA-2EC3-CCBCD705B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7A497-5907-0F27-3632-79E13721C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26E5E-A473-246E-C825-410385B02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0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9FCE-6A9F-478C-1861-6B8CF819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CF07C-7ED2-B983-32BB-0DFC8FBF3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E27F0-3880-D823-5A61-9D18B9855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2D1DB-1AEC-7B76-9E8E-09C2388D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B436C-B3C8-88BA-9FAF-D473FDD1A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F2663-55ED-C4F1-7EFA-F4BA6BB2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8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29CB-7346-A939-4CFA-E3B3D2DE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CCA44-292D-48FB-2F1B-A39C14303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09A3E-9ED0-EB2F-822D-CBFFA3171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972CD-5728-E0CB-9391-E78F1C4CC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5B10CD-3820-CD16-E63A-0DE3C2693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CF3B71-DF3C-EFEF-9F58-2E525E9A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445C0C-8C3E-27FF-6030-52D6C60A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1DBD8-A898-C426-F73A-D6FEBCBF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9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BF11-A588-CB9A-636F-D5BF31CF2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69B1A-3998-A1A1-FF4E-49A2FC77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3BB84-8CB2-BDDA-DBE5-AE01BF02B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B3C74-2592-2C2B-6E1A-709D8C31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6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F80122-4122-076D-4B2F-BD6344A3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05421-C51D-F052-47AB-56B4C21F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48A7F-25C8-6B8B-8989-531393DC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25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58C3-77C7-8B78-A4DA-8850C5AD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CA14D-F966-2379-BB68-F00380EED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060B0-07BA-40E2-6BFA-C81B85448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C4202-0D82-3609-16D6-12217849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9A3D7-0F60-6DA9-C35C-86B38C4F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74C52-4B74-E379-21C8-DDBD95C73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7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2BE9-C7DC-512E-169A-CD9462F9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489A2-8D4F-EC79-0D7A-E1814E874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2266C-3170-738C-B702-A2E5F14CF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BE8F5-56DC-B6DF-6484-867131506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39DF6-3A20-756F-A148-963D9207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B4E37-855C-1E11-B288-EE0BB8C5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5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72E3-788D-FDCB-E910-479841610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88C2A-B004-F82F-5383-12DF00BF2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4DE7-849B-50B6-ED21-27CA75E17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D1907-F3EA-B298-404E-732EA1EA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A5010-7A10-1F48-7DDA-AAC767263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71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B90D8C-4CA8-0139-05CF-85E220CFA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A14A-2CC5-D7D7-BFD7-3BF4CA650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246F3-9A06-1DB5-80A1-0C3CB39F4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16F5A-26C5-741D-7541-F354EB17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09C0-D8C7-60EB-FEDC-4A0FDEA77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6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8834D-48D5-4743-2BD0-E5B848EDA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1E746-C876-137F-DBCC-875E5A8B5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7652B-2A96-6D94-3FFE-400E599AF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5D008-2E38-9148-AECE-8CEDF57059EF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D757A-A2FE-907C-C99F-E5388009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0DBF9-4926-641F-83AC-94D69049F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42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diagram of a mountain&#10;&#10;AI-generated content may be incorrect.">
            <a:extLst>
              <a:ext uri="{FF2B5EF4-FFF2-40B4-BE49-F238E27FC236}">
                <a16:creationId xmlns:a16="http://schemas.microsoft.com/office/drawing/2014/main" id="{9B8CAD80-5054-57C9-9189-F295A30A26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1"/>
          <a:stretch>
            <a:fillRect/>
          </a:stretch>
        </p:blipFill>
        <p:spPr>
          <a:xfrm>
            <a:off x="901051" y="2609640"/>
            <a:ext cx="6899055" cy="283819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557FED6-106D-16DC-80CF-1B6149C58334}"/>
              </a:ext>
            </a:extLst>
          </p:cNvPr>
          <p:cNvGrpSpPr/>
          <p:nvPr/>
        </p:nvGrpSpPr>
        <p:grpSpPr>
          <a:xfrm>
            <a:off x="835804" y="2350098"/>
            <a:ext cx="2447741" cy="2447741"/>
            <a:chOff x="6646225" y="1649053"/>
            <a:chExt cx="3220037" cy="3220037"/>
          </a:xfrm>
        </p:grpSpPr>
        <p:pic>
          <p:nvPicPr>
            <p:cNvPr id="5" name="Graphic 4" descr="Snowflake with solid fill">
              <a:extLst>
                <a:ext uri="{FF2B5EF4-FFF2-40B4-BE49-F238E27FC236}">
                  <a16:creationId xmlns:a16="http://schemas.microsoft.com/office/drawing/2014/main" id="{116EF4C6-9D0C-1217-91D8-D1FCABAA9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46225" y="1649053"/>
              <a:ext cx="3220037" cy="3220037"/>
            </a:xfrm>
            <a:prstGeom prst="rect">
              <a:avLst/>
            </a:prstGeom>
          </p:spPr>
        </p:pic>
        <p:pic>
          <p:nvPicPr>
            <p:cNvPr id="7" name="Graphic 6" descr="Water with solid fill">
              <a:extLst>
                <a:ext uri="{FF2B5EF4-FFF2-40B4-BE49-F238E27FC236}">
                  <a16:creationId xmlns:a16="http://schemas.microsoft.com/office/drawing/2014/main" id="{C7212A16-CEC5-1508-E027-51ADDD045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914828" y="2869164"/>
              <a:ext cx="1951434" cy="1951434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560D18-F3D3-E069-892B-FDD0E3B725A7}"/>
              </a:ext>
            </a:extLst>
          </p:cNvPr>
          <p:cNvGrpSpPr/>
          <p:nvPr/>
        </p:nvGrpSpPr>
        <p:grpSpPr>
          <a:xfrm>
            <a:off x="1187569" y="1830609"/>
            <a:ext cx="4524463" cy="649260"/>
            <a:chOff x="1021314" y="1523924"/>
            <a:chExt cx="4524463" cy="6492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58B7C1-CD8E-5D71-5BDC-08153F022036}"/>
                </a:ext>
              </a:extLst>
            </p:cNvPr>
            <p:cNvSpPr txBox="1"/>
            <p:nvPr/>
          </p:nvSpPr>
          <p:spPr>
            <a:xfrm>
              <a:off x="1037424" y="1523924"/>
              <a:ext cx="44198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Snow Hydrology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8E7E285-E340-4E7B-C8F3-190B2D3AECED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14" y="2173184"/>
              <a:ext cx="4524463" cy="0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6675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elilouis</dc:creator>
  <cp:lastModifiedBy>elilouis</cp:lastModifiedBy>
  <cp:revision>1</cp:revision>
  <dcterms:created xsi:type="dcterms:W3CDTF">2026-03-01T17:09:22Z</dcterms:created>
  <dcterms:modified xsi:type="dcterms:W3CDTF">2026-03-01T18:08:31Z</dcterms:modified>
</cp:coreProperties>
</file>